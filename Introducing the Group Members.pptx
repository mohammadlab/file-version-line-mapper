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0432-EBDE-486A-E9BE-B998ACCB9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38F10-35F7-3D0A-A8E9-EAA4EFAC2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91211-F5A8-4AC9-29D2-FD5C0400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42B3-8446-496C-A93A-E1E721D7DE8D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422BD-31F4-8D97-2C33-DDF88DF7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0E521-73E0-92A4-6095-27ECEA3F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A561-E883-4873-A3F5-B6948084E8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999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265B-6DCE-F5E6-E4DE-5D304F2A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CCA5F-BBEE-EA83-751C-07653C5F7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22217-8CFC-E1CD-1918-CD98B2EBB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42B3-8446-496C-A93A-E1E721D7DE8D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83ED0-7BD9-F0D3-C42F-70EEC70DE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4C985-AC7B-AB8D-74C0-C1BE28F7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A561-E883-4873-A3F5-B6948084E8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417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FDCD0-38DA-1071-A7C7-AA127797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BDAB-3DDA-0E70-B856-053A3BAA5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22650-EBC2-143E-E800-C52B4741D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42B3-8446-496C-A93A-E1E721D7DE8D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E0CA5-F71B-674E-B947-1344FA20C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F4EBD-7A8E-F6A7-6085-40A12630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A561-E883-4873-A3F5-B6948084E8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700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D9491-4697-2438-7F84-AE9E28334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CC732-5C74-4907-B95B-40170B740B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871AD-A5BD-345E-4CB5-1A8F1149B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38B14-A520-07A7-6501-72B38337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42B3-8446-496C-A93A-E1E721D7DE8D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E7687-06E5-F682-EAEA-4BEC5BC01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3D3A2-B7DB-107F-6583-F58F94D79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A561-E883-4873-A3F5-B6948084E8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8944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C70BC-110A-B8F9-83E8-B024F046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B1961-4FBF-A2BD-D56F-B7BFBA678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BC2BC-0826-6B32-2379-051D8F193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51074-C558-D485-7380-6F48A6E374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391D48-5B2A-93EF-F113-D992220BD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862219-239D-314A-932B-E41060C8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42B3-8446-496C-A93A-E1E721D7DE8D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2601D-4734-9CD5-596C-5E5B04F7D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F849C0-5FA8-C114-1EC1-A20E0377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A561-E883-4873-A3F5-B6948084E8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3094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98709-6208-609D-5175-E2455A92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A5154D-82C6-D271-0B3A-83871BC57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42B3-8446-496C-A93A-E1E721D7DE8D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5D2D7-3158-71DF-EF8D-1DABDA705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49A41-80FB-8C64-78B9-9AF70B9C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A561-E883-4873-A3F5-B6948084E8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4974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CF528-AB1F-8F62-0760-1080757B9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42B3-8446-496C-A93A-E1E721D7DE8D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DD5170-6C8C-C9D3-920D-262587D1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D1098-2BDB-ABD4-0D9D-C1B76A05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A561-E883-4873-A3F5-B6948084E8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526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1D928-7CE6-7105-2B43-AD50D9627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C6FF6-3E4A-0F5E-A7BE-DE117E19F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82897-2EFE-FD67-2EE6-8227D3A33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8E945-9CE9-FDD0-9ED6-B5A1EB66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42B3-8446-496C-A93A-E1E721D7DE8D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B55A1-6BB4-CE9C-4CEF-006842660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1B9FC-9793-9C33-BA5A-B5C23CC6F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A561-E883-4873-A3F5-B6948084E8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192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20D7-F8BE-8E38-B093-EF036506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C3F1CC-B124-A4DB-4BB6-110939CFD1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0EA8F-D33F-546E-63EF-46688F6CB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79CCD-7752-F3CD-9318-02FA305F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42B3-8446-496C-A93A-E1E721D7DE8D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CE67A-8359-E281-0B83-414392723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7625E-F318-E81F-7228-C64DB54FA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A561-E883-4873-A3F5-B6948084E8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9032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8CDB5-EF60-D395-CFD5-F42565238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B6E9F-519C-DF14-AE60-BC713B91F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8762B-FD65-F92C-E8FD-01ADB123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42B3-8446-496C-A93A-E1E721D7DE8D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F068D-7DA1-C5D4-6F70-2300EF11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06714-A5E8-70BC-8263-770C61D6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A561-E883-4873-A3F5-B6948084E8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153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0FAC7D-7653-0C4C-FD84-C3E811AA2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50065E-8BD3-536B-4FBE-DE26CAE03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F1BF2-A37C-FB3B-009B-905F677A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42B3-8446-496C-A93A-E1E721D7DE8D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D5B3D-0901-8199-F4E5-84D6EB50D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DFA94-FC8C-23ED-9377-6F36840D7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A561-E883-4873-A3F5-B6948084E8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0465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EB5A0B-2C34-934B-4EDF-41A03F9B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E2352-3B06-03E4-DD7D-607A26600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DC287-C36B-3031-6FA5-9B28A2B78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242B3-8446-496C-A93A-E1E721D7DE8D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45141-4957-135F-FDE6-B62876483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2E0EB-9AF5-F184-AE91-6759325CC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1A561-E883-4873-A3F5-B6948084E8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607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50ADF149-1FF5-2E9F-81E6-9BC6C5157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13"/>
          <a:stretch>
            <a:fillRect/>
          </a:stretch>
        </p:blipFill>
        <p:spPr>
          <a:xfrm>
            <a:off x="500484" y="1874009"/>
            <a:ext cx="2890826" cy="310997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F5E9FE-B194-FCD0-D373-04D540F45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578" y="203531"/>
            <a:ext cx="2429492" cy="902762"/>
          </a:xfrm>
          <a:prstGeom prst="rect">
            <a:avLst/>
          </a:prstGeom>
        </p:spPr>
      </p:pic>
      <p:pic>
        <p:nvPicPr>
          <p:cNvPr id="1026" name="Picture 2" descr="Anthony Komini">
            <a:extLst>
              <a:ext uri="{FF2B5EF4-FFF2-40B4-BE49-F238E27FC236}">
                <a16:creationId xmlns:a16="http://schemas.microsoft.com/office/drawing/2014/main" id="{8445B41D-3301-2E50-9E63-26D9C2B887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0" t="854" r="6279" b="17314"/>
          <a:stretch>
            <a:fillRect/>
          </a:stretch>
        </p:blipFill>
        <p:spPr bwMode="auto">
          <a:xfrm>
            <a:off x="4442637" y="1874010"/>
            <a:ext cx="3306725" cy="310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B79297-E0DB-BAB7-E7BA-B34099ED6D56}"/>
              </a:ext>
            </a:extLst>
          </p:cNvPr>
          <p:cNvSpPr txBox="1"/>
          <p:nvPr/>
        </p:nvSpPr>
        <p:spPr>
          <a:xfrm>
            <a:off x="8139840" y="203531"/>
            <a:ext cx="362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COMP 3110 – Software Engineering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0F4421-5CAF-8C7F-2744-27F0F330BB1E}"/>
              </a:ext>
            </a:extLst>
          </p:cNvPr>
          <p:cNvSpPr txBox="1"/>
          <p:nvPr/>
        </p:nvSpPr>
        <p:spPr>
          <a:xfrm>
            <a:off x="2514600" y="712568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File Version Line Mapper</a:t>
            </a:r>
          </a:p>
          <a:p>
            <a:pPr algn="ctr"/>
            <a:r>
              <a:rPr lang="en-US" dirty="0"/>
              <a:t>Tracking Line-Level Changes Across File Versions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F51CC7-CAA6-0ED0-8A38-7D064F8C1F79}"/>
              </a:ext>
            </a:extLst>
          </p:cNvPr>
          <p:cNvSpPr txBox="1"/>
          <p:nvPr/>
        </p:nvSpPr>
        <p:spPr>
          <a:xfrm>
            <a:off x="539510" y="5187670"/>
            <a:ext cx="2812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Mohammad Labak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D65B9A-AD7A-59CC-5493-8B8583176DF3}"/>
              </a:ext>
            </a:extLst>
          </p:cNvPr>
          <p:cNvSpPr txBox="1"/>
          <p:nvPr/>
        </p:nvSpPr>
        <p:spPr>
          <a:xfrm>
            <a:off x="4689612" y="5187669"/>
            <a:ext cx="2812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Anthony </a:t>
            </a:r>
            <a:r>
              <a:rPr lang="en-US" sz="2400" dirty="0" err="1"/>
              <a:t>Komini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4984C-4E1F-E564-2BE0-15268CEFB093}"/>
              </a:ext>
            </a:extLst>
          </p:cNvPr>
          <p:cNvSpPr txBox="1"/>
          <p:nvPr/>
        </p:nvSpPr>
        <p:spPr>
          <a:xfrm>
            <a:off x="8839714" y="5234052"/>
            <a:ext cx="2812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Declan Mitchell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2F754-6C9A-1398-D026-FFF0582038EB}"/>
              </a:ext>
            </a:extLst>
          </p:cNvPr>
          <p:cNvSpPr txBox="1"/>
          <p:nvPr/>
        </p:nvSpPr>
        <p:spPr>
          <a:xfrm>
            <a:off x="4306955" y="6007797"/>
            <a:ext cx="35780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400" dirty="0"/>
              <a:t>COMP-3110 Final Project  </a:t>
            </a:r>
          </a:p>
          <a:p>
            <a:pPr algn="ctr"/>
            <a:r>
              <a:rPr lang="en-CA" sz="1400" dirty="0"/>
              <a:t>University of Windsor, Canada</a:t>
            </a:r>
          </a:p>
        </p:txBody>
      </p:sp>
      <p:pic>
        <p:nvPicPr>
          <p:cNvPr id="16" name="Picture 15" descr="A person wearing glasses and a white sweater&#10;&#10;AI-generated content may be incorrect.">
            <a:extLst>
              <a:ext uri="{FF2B5EF4-FFF2-40B4-BE49-F238E27FC236}">
                <a16:creationId xmlns:a16="http://schemas.microsoft.com/office/drawing/2014/main" id="{EEF163D7-26B0-6BC0-B2A4-C921E40FEF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53" r="14378" b="18374"/>
          <a:stretch>
            <a:fillRect/>
          </a:stretch>
        </p:blipFill>
        <p:spPr>
          <a:xfrm>
            <a:off x="8592738" y="1874008"/>
            <a:ext cx="3306726" cy="310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93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Labak</dc:creator>
  <cp:lastModifiedBy>Mohammad Labak</cp:lastModifiedBy>
  <cp:revision>4</cp:revision>
  <dcterms:created xsi:type="dcterms:W3CDTF">2025-12-10T17:37:42Z</dcterms:created>
  <dcterms:modified xsi:type="dcterms:W3CDTF">2025-12-10T17:49:02Z</dcterms:modified>
</cp:coreProperties>
</file>